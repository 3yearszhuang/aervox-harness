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d3b5d8a4da438b" /><Relationship Type="http://schemas.openxmlformats.org/officeDocument/2006/relationships/extended-properties" Target="/docProps/app.xml" Id="Re46ed7f2ea2d4191" /><Relationship Type="http://schemas.openxmlformats.org/officeDocument/2006/relationships/officeDocument" Target="/ppt/presentation.xml" Id="Ra3aad97a5a9d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27aae26d244f35"/>
  </p:sldMasterIdLst>
  <p:notesMasterIdLst>
    <p:notesMasterId xmlns:r="http://schemas.openxmlformats.org/officeDocument/2006/relationships" r:id="R3b9c68e186bf480f"/>
  </p:notesMasterIdLst>
  <p:sldIdLst>
    <p:sldId xmlns:r="http://schemas.openxmlformats.org/officeDocument/2006/relationships" id="256" r:id="R0c3bada632d14a3f"/>
    <p:sldId xmlns:r="http://schemas.openxmlformats.org/officeDocument/2006/relationships" id="257" r:id="R72f6b119a19f411c"/>
    <p:sldId xmlns:r="http://schemas.openxmlformats.org/officeDocument/2006/relationships" id="258" r:id="R1c1c87cbf0d142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e856034edd4acf" /><Relationship Type="http://schemas.openxmlformats.org/officeDocument/2006/relationships/slideMaster" Target="/ppt/slideMasters/slideMaster1.xml" Id="R4c27aae26d244f35" /><Relationship Type="http://schemas.openxmlformats.org/officeDocument/2006/relationships/notesMaster" Target="/ppt/notesMasters/notesMaster1.xml" Id="R3b9c68e186bf480f" /><Relationship Type="http://schemas.openxmlformats.org/officeDocument/2006/relationships/presProps" Target="/ppt/presProps.xml" Id="Rf3d810481df84ec7" /><Relationship Type="http://schemas.openxmlformats.org/officeDocument/2006/relationships/tableStyles" Target="/ppt/tableStyles.xml" Id="Re09cc0793a094221" /><Relationship Type="http://schemas.openxmlformats.org/officeDocument/2006/relationships/slide" Target="/ppt/slides/slide1.xml" Id="R0c3bada632d14a3f" /><Relationship Type="http://schemas.openxmlformats.org/officeDocument/2006/relationships/slide" Target="/ppt/slides/slide2.xml" Id="R72f6b119a19f411c" /><Relationship Type="http://schemas.openxmlformats.org/officeDocument/2006/relationships/slide" Target="/ppt/slides/slide3.xml" Id="R1c1c87cbf0d142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44b6a41edd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0d44e09ee0408b" /><Relationship Type="http://schemas.openxmlformats.org/officeDocument/2006/relationships/notesMaster" Target="/ppt/notesMasters/notesMaster1.xml" Id="Rab1680b84f5340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5498978bc748cf" /><Relationship Type="http://schemas.openxmlformats.org/officeDocument/2006/relationships/notesMaster" Target="/ppt/notesMasters/notesMaster1.xml" Id="Rb5c4326dc1de49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7f3d06ab8f4dbd" /><Relationship Type="http://schemas.openxmlformats.org/officeDocument/2006/relationships/notesMaster" Target="/ppt/notesMasters/notesMaster1.xml" Id="Rfd131a153b7f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开场：Aervox 不把 AI 做成另一个聊天框，而是把行动入口放到用户每天都会看见的桌面上。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README.md（产品一句话定位）</a:t>
            </a:r>
          </a:p>
          <a:p xmlns:a="http://schemas.openxmlformats.org/drawingml/2006/main">
            <a:r>
              <a:t>- OpenAI ImageGen（本页主视觉，2026-08-29 生成）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宣传表达：用户卡住时，Aervox 的第一价值不是替代思考，而是让下一步变得足够清楚、足够轻。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docs/reference/PRD.md §1.1、§1.2、§3 场景 A–D</a:t>
            </a:r>
          </a:p>
          <a:p xmlns:a="http://schemas.openxmlformats.org/drawingml/2006/main">
            <a:r>
              <a:t>- OpenAI ImageGen（本页主视觉，2026-08-29 生成）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收束：桌宠不是装饰，而是降低启动阻力的入口；工作台承担可验证的学习闭环和数据沉淀。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§客户端形态</a:t>
            </a:r>
          </a:p>
          <a:p xmlns:a="http://schemas.openxmlformats.org/drawingml/2006/main">
            <a:r>
              <a:t>- docs/reference/PRD.md §1.2、§4.1、§4.2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d1a1e633246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a47461f9c74397" /><Relationship Type="http://schemas.openxmlformats.org/officeDocument/2006/relationships/slideLayout" Target="/ppt/slideLayouts/slideLayout1.xml" Id="R8cddbc8dfc1f46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ddbc8dfc1f46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f2c47957d439a" /><Relationship Type="http://schemas.openxmlformats.org/officeDocument/2006/relationships/image" Target="/ppt/media/image.png" Id="Rb0d4d1cae7e2478f" /><Relationship Type="http://schemas.openxmlformats.org/officeDocument/2006/relationships/notesSlide" Target="/ppt/notesSlides/notesSlide1.xml" Id="Rc499a631300c45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aaf02427d41f8" /><Relationship Type="http://schemas.openxmlformats.org/officeDocument/2006/relationships/image" Target="/ppt/media/image2.png" Id="Rb2301745555e49dc" /><Relationship Type="http://schemas.openxmlformats.org/officeDocument/2006/relationships/notesSlide" Target="/ppt/notesSlides/notesSlide2.xml" Id="R6af0a5c50e854c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edc6a46f54272" /><Relationship Type="http://schemas.openxmlformats.org/officeDocument/2006/relationships/notesSlide" Target="/ppt/notesSlides/notesSlide3.xml" Id="R68db6922dfd84f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4d1cae7e2478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FAF7D5D-B34A-40AB-AD8E-B096C717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FFFF"/>
                </a:solidFill>
              </a:defRPr>
            </a:pPr>
            <a:r>
              <a:rPr sz="1800" b="1">
                <a:solidFill>
                  <a:srgbClr val="00FFFF"/>
                </a:solidFill>
              </a:rPr>
              <a:t>Aervox｜思隅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1E767FB-301C-45E4-A8BD-E159AE8D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让 AI 从回答问题，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走到陪你完成学习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34C0547-6B27-446A-BE33-B7D91DE0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桌宠入口 × 视觉小说式互动 × 学习闭环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A8A77C4-5C77-4875-BA8A-4C006DEE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FFFF"/>
                </a:solidFill>
              </a:defRPr>
            </a:pPr>
            <a:r>
              <a:rPr sz="1050">
                <a:solidFill>
                  <a:srgbClr val="00FFFF"/>
                </a:solidFill>
              </a:rPr>
              <a:t>AI 黑客松 · 商业路演视觉小样</a:t>
            </a:r>
          </a:p>
        </p:txBody>
      </p:sp>
    </p:spTree>
    <p:extLst>
      <p:ext uri="{BB962C8B-B14F-4D97-AF65-F5344CB8AC3E}">
        <p14:creationId xmlns:p14="http://schemas.microsoft.com/office/powerpoint/2010/main" val="606652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01745555e49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xperience-line-1">
            <a:extLst xmlns:a="http://schemas.openxmlformats.org/drawingml/2006/main">
              <a:ext uri="{FF2B5EF4-FFF2-40B4-BE49-F238E27FC236}">
                <a16:creationId xmlns:a16="http://schemas.microsoft.com/office/drawing/2014/main" id="{528C2E0D-EABB-41B1-8397-C814E47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卡住时，</a:t>
            </a:r>
          </a:p>
        </p:txBody>
      </p:sp>
      <p:sp>
        <p:nvSpPr>
          <p:cNvPr id="3" name="experience-line-2">
            <a:extLst xmlns:a="http://schemas.openxmlformats.org/drawingml/2006/main">
              <a:ext uri="{FF2B5EF4-FFF2-40B4-BE49-F238E27FC236}">
                <a16:creationId xmlns:a16="http://schemas.microsoft.com/office/drawing/2014/main" id="{89EB5C06-958A-4493-9246-57593AE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它先陪你找到</a:t>
            </a:r>
          </a:p>
        </p:txBody>
      </p:sp>
      <p:sp>
        <p:nvSpPr>
          <p:cNvPr id="4" name="experience-line-3">
            <a:extLst xmlns:a="http://schemas.openxmlformats.org/drawingml/2006/main">
              <a:ext uri="{FF2B5EF4-FFF2-40B4-BE49-F238E27FC236}">
                <a16:creationId xmlns:a16="http://schemas.microsoft.com/office/drawing/2014/main" id="{3ECC3297-A4CD-49B9-8C63-7AF08005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0FFFF"/>
                </a:solidFill>
              </a:defRPr>
            </a:pPr>
            <a:r>
              <a:rPr sz="4950" b="1">
                <a:solidFill>
                  <a:srgbClr val="00FFFF"/>
                </a:solidFill>
              </a:rPr>
              <a:t>下一步。</a:t>
            </a:r>
          </a:p>
        </p:txBody>
      </p:sp>
      <p:sp>
        <p:nvSpPr>
          <p:cNvPr id="5" name="experience-promise">
            <a:extLst xmlns:a="http://schemas.openxmlformats.org/drawingml/2006/main">
              <a:ext uri="{FF2B5EF4-FFF2-40B4-BE49-F238E27FC236}">
                <a16:creationId xmlns:a16="http://schemas.microsoft.com/office/drawing/2014/main" id="{FC1F255A-0BDC-445A-B963-706B95C3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不替你完成  ·  不制造压力  ·  不让错误被遗忘</a:t>
            </a:r>
          </a:p>
        </p:txBody>
      </p:sp>
      <p:sp>
        <p:nvSpPr>
          <p:cNvPr id="6" name="experience-signoff">
            <a:extLst xmlns:a="http://schemas.openxmlformats.org/drawingml/2006/main">
              <a:ext uri="{FF2B5EF4-FFF2-40B4-BE49-F238E27FC236}">
                <a16:creationId xmlns:a16="http://schemas.microsoft.com/office/drawing/2014/main" id="{4E3A9E2D-F765-443F-8492-D13995C4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FFFF"/>
                </a:solidFill>
              </a:defRPr>
            </a:pPr>
            <a:r>
              <a:rPr sz="1425" b="1">
                <a:solidFill>
                  <a:srgbClr val="00FFFF"/>
                </a:solidFill>
              </a:rPr>
              <a:t>Aervox，把答案变成行动。</a:t>
            </a:r>
          </a:p>
        </p:txBody>
      </p:sp>
    </p:spTree>
    <p:extLst>
      <p:ext uri="{BB962C8B-B14F-4D97-AF65-F5344CB8AC3E}">
        <p14:creationId xmlns:p14="http://schemas.microsoft.com/office/powerpoint/2010/main" val="604263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nifesto-kicker">
            <a:extLst xmlns:a="http://schemas.openxmlformats.org/drawingml/2006/main">
              <a:ext uri="{FF2B5EF4-FFF2-40B4-BE49-F238E27FC236}">
                <a16:creationId xmlns:a16="http://schemas.microsoft.com/office/drawing/2014/main" id="{1A37340B-FB89-4046-9B78-046F6FF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FFFF"/>
                </a:solidFill>
              </a:defRPr>
            </a:pPr>
            <a:r>
              <a:rPr sz="1800" b="1">
                <a:solidFill>
                  <a:srgbClr val="00FFFF"/>
                </a:solidFill>
              </a:rPr>
              <a:t>它会</a:t>
            </a:r>
          </a:p>
        </p:txBody>
      </p:sp>
      <p:sp>
        <p:nvSpPr>
          <p:cNvPr id="2" name="manifesto-appear">
            <a:extLst xmlns:a="http://schemas.openxmlformats.org/drawingml/2006/main">
              <a:ext uri="{FF2B5EF4-FFF2-40B4-BE49-F238E27FC236}">
                <a16:creationId xmlns:a16="http://schemas.microsoft.com/office/drawing/2014/main" id="{1398C469-3EE9-4D1D-9119-D8B06DA4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出现</a:t>
            </a:r>
          </a:p>
        </p:txBody>
      </p:sp>
      <p:sp>
        <p:nvSpPr>
          <p:cNvPr id="3" name="manifesto-appear-copy">
            <a:extLst xmlns:a="http://schemas.openxmlformats.org/drawingml/2006/main">
              <a:ext uri="{FF2B5EF4-FFF2-40B4-BE49-F238E27FC236}">
                <a16:creationId xmlns:a16="http://schemas.microsoft.com/office/drawing/2014/main" id="{1EC4A29D-7707-42B7-8881-DF772D2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716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FFFF"/>
                </a:solidFill>
              </a:defRPr>
            </a:pPr>
            <a:r>
              <a:rPr sz="2025">
                <a:solidFill>
                  <a:srgbClr val="00FFFF"/>
                </a:solidFill>
              </a:rPr>
              <a:t>在你准备开始的时候</a:t>
            </a:r>
          </a:p>
        </p:txBody>
      </p:sp>
      <p:sp>
        <p:nvSpPr>
          <p:cNvPr id="4" name="manifesto-remember">
            <a:extLst xmlns:a="http://schemas.openxmlformats.org/drawingml/2006/main">
              <a:ext uri="{FF2B5EF4-FFF2-40B4-BE49-F238E27FC236}">
                <a16:creationId xmlns:a16="http://schemas.microsoft.com/office/drawing/2014/main" id="{11589C23-C871-439F-85F0-181A4B14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记住</a:t>
            </a:r>
          </a:p>
        </p:txBody>
      </p:sp>
      <p:sp>
        <p:nvSpPr>
          <p:cNvPr id="5" name="manifesto-remember-copy">
            <a:extLst xmlns:a="http://schemas.openxmlformats.org/drawingml/2006/main">
              <a:ext uri="{FF2B5EF4-FFF2-40B4-BE49-F238E27FC236}">
                <a16:creationId xmlns:a16="http://schemas.microsoft.com/office/drawing/2014/main" id="{AB820A37-B8D6-4BE1-BCAC-2F60C02E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FFFF"/>
                </a:solidFill>
              </a:defRPr>
            </a:pPr>
            <a:r>
              <a:rPr sz="2025">
                <a:solidFill>
                  <a:srgbClr val="00FFFF"/>
                </a:solidFill>
              </a:rPr>
              <a:t>你走过的路与真正的卡点</a:t>
            </a:r>
          </a:p>
        </p:txBody>
      </p:sp>
      <p:sp>
        <p:nvSpPr>
          <p:cNvPr id="6" name="manifesto-return">
            <a:extLst xmlns:a="http://schemas.openxmlformats.org/drawingml/2006/main">
              <a:ext uri="{FF2B5EF4-FFF2-40B4-BE49-F238E27FC236}">
                <a16:creationId xmlns:a16="http://schemas.microsoft.com/office/drawing/2014/main" id="{D4DB407F-7A1D-4BCD-8408-F24DBFF1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回来</a:t>
            </a:r>
          </a:p>
        </p:txBody>
      </p:sp>
      <p:sp>
        <p:nvSpPr>
          <p:cNvPr id="7" name="manifesto-return-copy">
            <a:extLst xmlns:a="http://schemas.openxmlformats.org/drawingml/2006/main">
              <a:ext uri="{FF2B5EF4-FFF2-40B4-BE49-F238E27FC236}">
                <a16:creationId xmlns:a16="http://schemas.microsoft.com/office/drawing/2014/main" id="{F7B09E64-42E2-4239-8D8D-942FC2E1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05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FFFF"/>
                </a:solidFill>
              </a:defRPr>
            </a:pPr>
            <a:r>
              <a:rPr sz="2025">
                <a:solidFill>
                  <a:srgbClr val="00FFFF"/>
                </a:solidFill>
              </a:rPr>
              <a:t>在遗忘之前，陪你再前进一步</a:t>
            </a:r>
          </a:p>
        </p:txBody>
      </p:sp>
      <p:sp>
        <p:nvSpPr>
          <p:cNvPr id="8" name="manifesto-close">
            <a:extLst xmlns:a="http://schemas.openxmlformats.org/drawingml/2006/main">
              <a:ext uri="{FF2B5EF4-FFF2-40B4-BE49-F238E27FC236}">
                <a16:creationId xmlns:a16="http://schemas.microsoft.com/office/drawing/2014/main" id="{2089CC9A-1611-44FF-87F4-8307EF57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816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这不是另一个聊天框。</a:t>
            </a:r>
          </a:p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这是一个会推动学习发生的 AI 伙伴。</a:t>
            </a:r>
          </a:p>
        </p:txBody>
      </p:sp>
    </p:spTree>
    <p:extLst>
      <p:ext uri="{BB962C8B-B14F-4D97-AF65-F5344CB8AC3E}">
        <p14:creationId xmlns:p14="http://schemas.microsoft.com/office/powerpoint/2010/main" val="16155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2026-08-29T08:23:21.7450000Z</dcterms:created>
  <dcterms:modified xsi:type="dcterms:W3CDTF">2026-08-29T08:23:21.7450000Z</dcterms:modified>
</coreProperties>
</file>